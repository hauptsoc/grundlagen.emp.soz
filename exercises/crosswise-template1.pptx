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ABC80-9104-44B3-B20E-A63C3089E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731D66-446F-4FC2-869F-D2D360F61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55FAFC-244B-4DE8-8E89-7CC90334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7B4292-37AA-44AF-A8D4-9F977FA5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0BA3F7-29BC-4763-8508-FB4CF812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07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2B2D5-BD38-4A0A-984D-4AF6173B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2E726F-5489-4BF6-A107-D245A0D8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362863-E8E5-4DE4-B3AF-1A8880E6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89AF9-1E9B-4433-852E-5E2190CC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52CFA-EE44-4327-9507-E44360B7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950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0FE55-4CFC-45DD-94EE-79D80D96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556360-2B94-4970-A7F2-950217A3E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2C246B-A79C-4198-8CF7-1A21805E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CFDDFE-A2C9-4FC2-A996-AB8FD1BC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E269F-2521-4E79-B1AF-E0C82BD8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92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66A52-99C5-4F8D-9B8F-F76605AE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A7DE45-1A48-43CB-88A3-7A27B4680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FCE012-A985-49C8-A0B2-4E20A7C5E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7149ED-8244-4206-846F-268B1DCB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2BEE27-3D8F-4998-B9EE-A02460B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5326BC-514D-4254-A3BD-3B173E61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87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4AC42-E0B2-42A9-AA62-5EBBEE85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3ABE3E-FA59-40C3-8BE0-17882C71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E8E33B-E239-4C41-986D-5B663C486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8FF9D-2CAC-42D7-93D0-143903D8B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C8E47D-04BA-44F4-8EFC-F82860B43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49F4B8-1951-40F6-8845-F84537B5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AC81E8C-D363-4ECA-AA97-81CE0A9B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FDEB17-70B5-4095-B519-A7E95E69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67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094BF-0850-44B0-9C1E-2EA168C6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8CFBBE0-FA3A-4E91-9398-CDC468EC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466BBC-1807-422A-B33A-70A1130A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008729-EE44-4CE5-9B09-7DA51C84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941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641C09-5CD2-434C-A84E-A5A971DB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2B14E3-396B-4323-B822-17BAB748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DAED0-32B1-468B-9F80-78B303D2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94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4EF07-1291-4E37-B43D-FFD4C670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9FC30D-621A-4F5D-A9F8-EB0A15AC9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D0BE24-D889-452C-8C66-AC8C7491B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45E903-1FB1-4E38-9A1F-25F61D33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3573A5-822B-460B-881A-6B519923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3A389-9DB0-4C30-A868-FF7EBA45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8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2DDDF-FF21-40A7-B508-0BD92DAC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638BC32-54F7-486F-A3A1-84A752D48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365AA2-74D8-4A8B-8D53-0B7D9B897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7643EC-CBE4-484D-86DA-7DB0A21F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BC7631-0072-4215-AAD1-98447C8B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EAA36-8D00-47BB-8A72-7815E42F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58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E8589-BDE0-43E9-A7E9-4D558778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F7E5B5-61C1-4ED7-AC00-DFFF62B61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0A9335-7772-4310-829C-A13F66F3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0FA1D8-A4B8-487E-869B-79D73108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11D36B-93A1-4DE9-8415-CF6BA791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32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D46236B-A53B-4FF8-A6EE-8E6BB7C84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F193D11-E242-4283-A863-11CE05D1E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41B622-AD61-4D5E-B9BE-AB912335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B3CF23-40E8-4162-9471-949714A7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64E591-CEB3-44AC-858C-745FE9A4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52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0E4EDBB-5914-4DA7-AAD9-BAA35FD4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26EB90-E4ED-4DA7-A7B0-FE38DDB8E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819FB3-8D3B-4BE3-A8B6-72405C93C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17209-9CC5-42E9-82F0-DFE07B39F00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E54CF5-987B-44F6-BF24-95F94CCFC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0FF607-F51D-4048-9E2C-BCBBB082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E6483-A589-4096-83C9-AF6DB47E46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63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32CDC54-839E-4284-A860-81C606211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158" y="609385"/>
            <a:ext cx="5399842" cy="6084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1. Sind Sie Linkshänder?</a:t>
            </a:r>
          </a:p>
          <a:p>
            <a:pPr marL="0" indent="0">
              <a:buNone/>
            </a:pPr>
            <a:r>
              <a:rPr lang="de-DE" dirty="0"/>
              <a:t>2. Haben Sie in diesem Semester mindestens einmal verschreibungs-pflichtige Substanzen zur Leistungs-steigerung eingenommen?</a:t>
            </a:r>
          </a:p>
          <a:p>
            <a:pPr marL="0" indent="0">
              <a:buNone/>
            </a:pPr>
            <a:r>
              <a:rPr lang="de-DE" dirty="0"/>
              <a:t>Wie lauten Ihre Antworten auf </a:t>
            </a:r>
            <a:r>
              <a:rPr lang="de-DE" b="1" dirty="0"/>
              <a:t>beide</a:t>
            </a:r>
            <a:r>
              <a:rPr lang="de-DE" dirty="0"/>
              <a:t> Fragen?</a:t>
            </a:r>
          </a:p>
          <a:p>
            <a:pPr marL="0" indent="0">
              <a:buNone/>
            </a:pPr>
            <a:endParaRPr lang="de-DE" dirty="0"/>
          </a:p>
          <a:p>
            <a:pPr marL="514350" indent="-514350">
              <a:buAutoNum type="alphaUcParenBoth"/>
            </a:pPr>
            <a:r>
              <a:rPr lang="de-DE" dirty="0"/>
              <a:t>Auf beide Fragen Ja / auf beide Fragen Nein.</a:t>
            </a:r>
          </a:p>
          <a:p>
            <a:pPr marL="514350" indent="-514350">
              <a:buAutoNum type="alphaUcParenBoth"/>
            </a:pPr>
            <a:r>
              <a:rPr lang="de-DE" dirty="0"/>
              <a:t>Nur auf eine Frage Ja.</a:t>
            </a:r>
          </a:p>
          <a:p>
            <a:pPr marL="514350" indent="-514350">
              <a:buAutoNum type="alphaUcParenBoth"/>
            </a:pP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F49E0CC-A1A7-4DA2-B516-2471FEAB72F9}"/>
              </a:ext>
            </a:extLst>
          </p:cNvPr>
          <p:cNvSpPr/>
          <p:nvPr/>
        </p:nvSpPr>
        <p:spPr>
          <a:xfrm>
            <a:off x="215285" y="4241632"/>
            <a:ext cx="372862" cy="392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772323E-5374-416F-BAE0-AF9108843BA6}"/>
              </a:ext>
            </a:extLst>
          </p:cNvPr>
          <p:cNvSpPr/>
          <p:nvPr/>
        </p:nvSpPr>
        <p:spPr>
          <a:xfrm>
            <a:off x="206037" y="5175267"/>
            <a:ext cx="372862" cy="392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6892E21-5211-4AF7-AEC6-9F0966B44718}"/>
              </a:ext>
            </a:extLst>
          </p:cNvPr>
          <p:cNvSpPr/>
          <p:nvPr/>
        </p:nvSpPr>
        <p:spPr>
          <a:xfrm>
            <a:off x="88777" y="248575"/>
            <a:ext cx="6007223" cy="60843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CADA9DD8-9CCB-4733-A3DB-63BF1CC510ED}"/>
              </a:ext>
            </a:extLst>
          </p:cNvPr>
          <p:cNvSpPr txBox="1">
            <a:spLocks/>
          </p:cNvSpPr>
          <p:nvPr/>
        </p:nvSpPr>
        <p:spPr>
          <a:xfrm>
            <a:off x="6761099" y="610866"/>
            <a:ext cx="5399842" cy="60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1. Sind Sie Linkshänder?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2. Haben Sie in diesem Semester mindestens einmal verschreibungs-pflichtige Substanzen zur Leistungs-steigerung eingenommen?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Wie lauten Ihre Antworten auf </a:t>
            </a:r>
            <a:r>
              <a:rPr lang="de-DE" b="1"/>
              <a:t>beide</a:t>
            </a:r>
            <a:r>
              <a:rPr lang="de-DE"/>
              <a:t> Fragen?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/>
          </a:p>
          <a:p>
            <a:pPr marL="514350" indent="-514350">
              <a:buFont typeface="Arial" panose="020B0604020202020204" pitchFamily="34" charset="0"/>
              <a:buAutoNum type="alphaUcParenBoth"/>
            </a:pPr>
            <a:r>
              <a:rPr lang="de-DE"/>
              <a:t>Auf beide Fragen Ja / auf beide Fragen Nein.</a:t>
            </a:r>
          </a:p>
          <a:p>
            <a:pPr marL="514350" indent="-514350">
              <a:buFont typeface="Arial" panose="020B0604020202020204" pitchFamily="34" charset="0"/>
              <a:buAutoNum type="alphaUcParenBoth"/>
            </a:pPr>
            <a:r>
              <a:rPr lang="de-DE"/>
              <a:t>Nur auf eine Frage Ja.</a:t>
            </a:r>
          </a:p>
          <a:p>
            <a:pPr marL="514350" indent="-514350">
              <a:buFont typeface="Arial" panose="020B0604020202020204" pitchFamily="34" charset="0"/>
              <a:buAutoNum type="alphaUcParenBoth"/>
            </a:pP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85CD656-007C-4D87-8B21-E0884CD1DD2C}"/>
              </a:ext>
            </a:extLst>
          </p:cNvPr>
          <p:cNvSpPr/>
          <p:nvPr/>
        </p:nvSpPr>
        <p:spPr>
          <a:xfrm>
            <a:off x="6280226" y="4243113"/>
            <a:ext cx="372862" cy="392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60CA3D0-FF7D-448F-829C-F7785AF738B4}"/>
              </a:ext>
            </a:extLst>
          </p:cNvPr>
          <p:cNvSpPr/>
          <p:nvPr/>
        </p:nvSpPr>
        <p:spPr>
          <a:xfrm>
            <a:off x="6270978" y="5176748"/>
            <a:ext cx="372862" cy="392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1B3CDB6-A2A8-44D4-94BF-2ACEE0135428}"/>
              </a:ext>
            </a:extLst>
          </p:cNvPr>
          <p:cNvSpPr/>
          <p:nvPr/>
        </p:nvSpPr>
        <p:spPr>
          <a:xfrm>
            <a:off x="6153718" y="250056"/>
            <a:ext cx="6007223" cy="60843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07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Andreas Haupt</dc:creator>
  <cp:lastModifiedBy>Andreas Haupt</cp:lastModifiedBy>
  <cp:revision>1</cp:revision>
  <dcterms:created xsi:type="dcterms:W3CDTF">2026-02-09T08:13:58Z</dcterms:created>
  <dcterms:modified xsi:type="dcterms:W3CDTF">2026-02-09T08:20:10Z</dcterms:modified>
</cp:coreProperties>
</file>